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2"/>
    <p:sldMasterId id="2147483684" r:id="rId3"/>
  </p:sldMasterIdLst>
  <p:notesMasterIdLst>
    <p:notesMasterId r:id="rId16"/>
  </p:notesMasterIdLst>
  <p:handoutMasterIdLst>
    <p:handoutMasterId r:id="rId17"/>
  </p:handoutMasterIdLst>
  <p:sldIdLst>
    <p:sldId id="256" r:id="rId4"/>
    <p:sldId id="257" r:id="rId5"/>
    <p:sldId id="258" r:id="rId6"/>
    <p:sldId id="259" r:id="rId7"/>
    <p:sldId id="260" r:id="rId8"/>
    <p:sldId id="265" r:id="rId9"/>
    <p:sldId id="266" r:id="rId10"/>
    <p:sldId id="264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frameSlides="1"/>
  <p:clrMru>
    <a:srgbClr val="A6A8AB"/>
    <a:srgbClr val="DBCD74"/>
    <a:srgbClr val="5BABAF"/>
    <a:srgbClr val="DCCE74"/>
    <a:srgbClr val="A0BE65"/>
    <a:srgbClr val="5BACB1"/>
    <a:srgbClr val="696969"/>
    <a:srgbClr val="BFBFBF"/>
    <a:srgbClr val="FFFFFF"/>
    <a:srgbClr val="4A4A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71"/>
  </p:normalViewPr>
  <p:slideViewPr>
    <p:cSldViewPr>
      <p:cViewPr varScale="1">
        <p:scale>
          <a:sx n="104" d="100"/>
          <a:sy n="104" d="100"/>
        </p:scale>
        <p:origin x="149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3" d="100"/>
          <a:sy n="83" d="100"/>
        </p:scale>
        <p:origin x="-291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E7B60-2BF1-DE4D-A2ED-0A96B401410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2166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77416" y="459020"/>
            <a:ext cx="5503168" cy="412737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908622"/>
            <a:ext cx="5486400" cy="38862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76113" y="8810123"/>
            <a:ext cx="1180299" cy="3322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545A3265-CA64-4367-A98C-083EB75B133D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632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titre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533400" y="1295400"/>
            <a:ext cx="5029200" cy="4267200"/>
          </a:xfrm>
        </p:spPr>
        <p:txBody>
          <a:bodyPr>
            <a:scene3d>
              <a:camera prst="orthographicFront">
                <a:rot lat="0" lon="0" rev="0"/>
              </a:camera>
              <a:lightRig rig="threePt" dir="t"/>
            </a:scene3d>
          </a:bodyPr>
          <a:lstStyle>
            <a:lvl1pPr>
              <a:defRPr sz="45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fr-CA" dirty="0"/>
              <a:t>Cliquez et modifiez le titre 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2C63824-0346-C2F4-83AA-50512B5388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800" y="6062626"/>
            <a:ext cx="2489336" cy="78525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415F01C-B93D-E5BD-66F2-ADA21FA4C3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6429861"/>
            <a:ext cx="2232248" cy="257132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titre Pâ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533400" y="1295400"/>
            <a:ext cx="5029200" cy="4267200"/>
          </a:xfrm>
        </p:spPr>
        <p:txBody>
          <a:bodyPr/>
          <a:lstStyle>
            <a:lvl1pPr>
              <a:defRPr sz="45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fr-CA" dirty="0"/>
              <a:t>Cliquez et modifiez le titre 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5C93795-11A6-7E96-1DB5-AC94215D5A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800" y="6064418"/>
            <a:ext cx="2489336" cy="78525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E2FB507-AA12-4870-1AFA-FA9289FCB3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6431653"/>
            <a:ext cx="2232248" cy="257132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E4927C6-737C-2E90-F5B4-12AE4EC501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1815" y="6240599"/>
            <a:ext cx="1989344" cy="62753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0"/>
          </p:nvPr>
        </p:nvSpPr>
        <p:spPr>
          <a:xfrm>
            <a:off x="533400" y="1511300"/>
            <a:ext cx="8305800" cy="4965700"/>
          </a:xfrm>
        </p:spPr>
        <p:txBody>
          <a:bodyPr/>
          <a:lstStyle>
            <a:lvl1pPr>
              <a:buClrTx/>
              <a:defRPr sz="2800">
                <a:solidFill>
                  <a:schemeClr val="accent3"/>
                </a:solidFill>
              </a:defRPr>
            </a:lvl1pPr>
            <a:lvl2pPr>
              <a:defRPr sz="27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9F70ED3-DCB4-94FC-8C2D-B8F4AEA70D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1815" y="6231973"/>
            <a:ext cx="1989344" cy="62753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0"/>
          </p:nvPr>
        </p:nvSpPr>
        <p:spPr>
          <a:xfrm>
            <a:off x="533400" y="1511300"/>
            <a:ext cx="8305800" cy="4965700"/>
          </a:xfrm>
        </p:spPr>
        <p:txBody>
          <a:bodyPr/>
          <a:lstStyle>
            <a:lvl1pPr>
              <a:buClrTx/>
              <a:defRPr sz="2800">
                <a:solidFill>
                  <a:schemeClr val="accent2"/>
                </a:solidFill>
              </a:defRPr>
            </a:lvl1pPr>
            <a:lvl2pPr>
              <a:defRPr sz="27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D8EC262-253A-7FC6-424E-0696A0BADD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0688" y="6220514"/>
            <a:ext cx="1989345" cy="627534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0"/>
          </p:nvPr>
        </p:nvSpPr>
        <p:spPr>
          <a:xfrm>
            <a:off x="533400" y="1511300"/>
            <a:ext cx="8305800" cy="4965700"/>
          </a:xfrm>
        </p:spPr>
        <p:txBody>
          <a:bodyPr/>
          <a:lstStyle>
            <a:lvl1pPr>
              <a:buClrTx/>
              <a:defRPr sz="2800">
                <a:solidFill>
                  <a:schemeClr val="accent1"/>
                </a:solidFill>
              </a:defRPr>
            </a:lvl1pPr>
            <a:lvl2pPr algn="l" defTabSz="457200" rtl="0" eaLnBrk="1" latinLnBrk="0" hangingPunct="1">
              <a:spcBef>
                <a:spcPct val="20000"/>
              </a:spcBef>
              <a:buFont typeface="Arial"/>
              <a:defRPr lang="fr-FR" sz="2700" kern="1200" dirty="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2pPr>
            <a:lvl3pPr algn="l" defTabSz="457200" rtl="0" eaLnBrk="1" latinLnBrk="0" hangingPunct="1">
              <a:spcBef>
                <a:spcPct val="20000"/>
              </a:spcBef>
              <a:buFont typeface="Arial"/>
              <a:defRPr lang="fr-FR" sz="2700" kern="1200" dirty="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3pPr>
            <a:lvl4pPr algn="l" defTabSz="457200" rtl="0" eaLnBrk="1" latinLnBrk="0" hangingPunct="1">
              <a:spcBef>
                <a:spcPct val="20000"/>
              </a:spcBef>
              <a:buFont typeface="Arial"/>
              <a:defRPr lang="fr-FR" sz="2700" kern="1200" dirty="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4pPr>
            <a:lvl5pPr algn="l" defTabSz="457200" rtl="0" eaLnBrk="1" latinLnBrk="0" hangingPunct="1">
              <a:spcBef>
                <a:spcPct val="20000"/>
              </a:spcBef>
              <a:buFont typeface="Arial"/>
              <a:defRPr lang="fr-FR" sz="2700" kern="1200" dirty="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5837E-D167-8A1C-879C-BFF45D3D33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1815" y="6231973"/>
            <a:ext cx="1989344" cy="62753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artenai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533400" y="1295400"/>
            <a:ext cx="5029200" cy="4267200"/>
          </a:xfrm>
        </p:spPr>
        <p:txBody>
          <a:bodyPr/>
          <a:lstStyle>
            <a:lvl1pPr>
              <a:defRPr sz="38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fr-CA" dirty="0"/>
              <a:t>Cliquez et modifiez le titre </a:t>
            </a:r>
            <a:endParaRPr lang="fr-FR" dirty="0"/>
          </a:p>
        </p:txBody>
      </p:sp>
      <p:pic>
        <p:nvPicPr>
          <p:cNvPr id="5" name="Image 4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869" y="5970418"/>
            <a:ext cx="1242894" cy="708863"/>
          </a:xfrm>
          <a:prstGeom prst="rect">
            <a:avLst/>
          </a:prstGeom>
          <a:extLst>
            <a:ext uri="{FAA26D3D-D897-4be2-8F04-BA451C77F1D7}">
              <ma14:placeholderFlag xmlns="" xmlns:ma14="http://schemas.microsoft.com/office/mac/drawingml/2011/main"/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C37E8DA-61CA-8178-3395-D2EC173F9E9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800" y="6064418"/>
            <a:ext cx="2489336" cy="78525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B711A19-05B2-9E1C-01CE-FF0BDC5B066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6431653"/>
            <a:ext cx="2232248" cy="257132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Remerci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533400" y="1295400"/>
            <a:ext cx="5029200" cy="4267200"/>
          </a:xfrm>
        </p:spPr>
        <p:txBody>
          <a:bodyPr>
            <a:scene3d>
              <a:camera prst="orthographicFront">
                <a:rot lat="0" lon="0" rev="0"/>
              </a:camera>
              <a:lightRig rig="threePt" dir="t"/>
            </a:scene3d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CA" dirty="0"/>
              <a:t>Cliquez et modifiez le titre 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5D0E2CF-CA04-E392-2DDC-59B89F81E7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536" y="6063464"/>
            <a:ext cx="2489336" cy="78525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4447593-0D9E-8ED7-B81E-D0D1593EB41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9888" y="6458064"/>
            <a:ext cx="2232248" cy="20239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Cliquez et modifiez le titre</a:t>
            </a:r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0"/>
          </p:nvPr>
        </p:nvSpPr>
        <p:spPr>
          <a:xfrm>
            <a:off x="533400" y="1511300"/>
            <a:ext cx="8305800" cy="4965700"/>
          </a:xfrm>
        </p:spPr>
        <p:txBody>
          <a:bodyPr/>
          <a:lstStyle>
            <a:lvl1pPr>
              <a:buClrTx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Cliquez et modifiez le titre</a:t>
            </a:r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0"/>
          </p:nvPr>
        </p:nvSpPr>
        <p:spPr>
          <a:xfrm>
            <a:off x="533400" y="1511300"/>
            <a:ext cx="8305800" cy="4965700"/>
          </a:xfrm>
        </p:spPr>
        <p:txBody>
          <a:bodyPr/>
          <a:lstStyle>
            <a:lvl1pPr>
              <a:buClrTx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Cliquez et modifiez le titre</a:t>
            </a:r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0"/>
          </p:nvPr>
        </p:nvSpPr>
        <p:spPr>
          <a:xfrm>
            <a:off x="533400" y="1511300"/>
            <a:ext cx="8305800" cy="4965700"/>
          </a:xfrm>
        </p:spPr>
        <p:txBody>
          <a:bodyPr/>
          <a:lstStyle>
            <a:lvl1pPr>
              <a:buClrTx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3400" y="279400"/>
            <a:ext cx="8305800" cy="990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CA" dirty="0"/>
              <a:t>Cliquez et modifiez le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3400" y="1511299"/>
            <a:ext cx="8305800" cy="49657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91" r:id="rId2"/>
    <p:sldLayoutId id="2147483683" r:id="rId3"/>
    <p:sldLayoutId id="2147483680" r:id="rId4"/>
    <p:sldLayoutId id="2147483682" r:id="rId5"/>
    <p:sldLayoutId id="2147483681" r:id="rId6"/>
    <p:sldLayoutId id="2147483685" r:id="rId7"/>
    <p:sldLayoutId id="2147483690" r:id="rId8"/>
  </p:sldLayoutIdLst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4000" b="0" kern="1200">
          <a:solidFill>
            <a:schemeClr val="accent5">
              <a:lumMod val="75000"/>
            </a:schemeClr>
          </a:solidFill>
          <a:latin typeface="Helvetica Neue"/>
          <a:ea typeface="+mj-ea"/>
          <a:cs typeface="Helvetica Neue"/>
        </a:defRPr>
      </a:lvl1pPr>
    </p:titleStyle>
    <p:bodyStyle>
      <a:lvl1pPr marL="347472" indent="-342900" algn="l" defTabSz="457200" rtl="0" eaLnBrk="1" latinLnBrk="0" hangingPunct="1">
        <a:spcBef>
          <a:spcPct val="20000"/>
        </a:spcBef>
        <a:buClr>
          <a:schemeClr val="accent3"/>
        </a:buClr>
        <a:buFont typeface="Arial"/>
        <a:buChar char="•"/>
        <a:defRPr sz="2800" kern="1200" baseline="0">
          <a:solidFill>
            <a:schemeClr val="tx1"/>
          </a:solidFill>
          <a:latin typeface="Helvetica Neue"/>
          <a:ea typeface="+mn-ea"/>
          <a:cs typeface="Helvetica Neue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–"/>
        <a:defRPr sz="2700" kern="1200">
          <a:solidFill>
            <a:schemeClr val="tx1"/>
          </a:solidFill>
          <a:latin typeface="Helvetica Neue"/>
          <a:ea typeface="+mn-ea"/>
          <a:cs typeface="Helvetica Neue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5"/>
        </a:buClr>
        <a:buFont typeface="Arial"/>
        <a:buChar char="•"/>
        <a:defRPr sz="2400" kern="1200">
          <a:solidFill>
            <a:schemeClr val="tx1"/>
          </a:solidFill>
          <a:latin typeface="Helvetica Neue"/>
          <a:ea typeface="+mn-ea"/>
          <a:cs typeface="Helvetica Neue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–"/>
        <a:defRPr sz="2000" kern="1200">
          <a:solidFill>
            <a:schemeClr val="tx1"/>
          </a:solidFill>
          <a:latin typeface="Helvetica Neue"/>
          <a:ea typeface="+mn-ea"/>
          <a:cs typeface="Helvetica Neue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4"/>
        </a:buClr>
        <a:buFont typeface="Arial"/>
        <a:buChar char="»"/>
        <a:defRPr sz="2000" kern="1200">
          <a:solidFill>
            <a:schemeClr val="tx1"/>
          </a:solidFill>
          <a:latin typeface="Helvetica Neue"/>
          <a:ea typeface="+mn-ea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3400" y="279400"/>
            <a:ext cx="8305800" cy="990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CA" dirty="0"/>
              <a:t>Cliquez et modifiez le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3400" y="1511299"/>
            <a:ext cx="8305800" cy="49657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</p:sldLayoutIdLst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5">
              <a:lumMod val="75000"/>
            </a:schemeClr>
          </a:solidFill>
          <a:latin typeface="Helvetica Neue"/>
          <a:ea typeface="+mj-ea"/>
          <a:cs typeface="Helvetica Neue"/>
        </a:defRPr>
      </a:lvl1pPr>
    </p:titleStyle>
    <p:bodyStyle>
      <a:lvl1pPr marL="347472" indent="-342900" algn="l" defTabSz="457200" rtl="0" eaLnBrk="1" latinLnBrk="0" hangingPunct="1">
        <a:spcBef>
          <a:spcPct val="20000"/>
        </a:spcBef>
        <a:buClr>
          <a:schemeClr val="accent3"/>
        </a:buClr>
        <a:buFont typeface="Arial"/>
        <a:buChar char="•"/>
        <a:defRPr sz="2800" kern="1200" baseline="0">
          <a:solidFill>
            <a:schemeClr val="tx1"/>
          </a:solidFill>
          <a:latin typeface="Helvetica Neue"/>
          <a:ea typeface="+mn-ea"/>
          <a:cs typeface="Helvetica Neue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–"/>
        <a:defRPr sz="2700" kern="1200">
          <a:solidFill>
            <a:schemeClr val="tx1"/>
          </a:solidFill>
          <a:latin typeface="Helvetica Neue"/>
          <a:ea typeface="+mn-ea"/>
          <a:cs typeface="Helvetica Neue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5"/>
        </a:buClr>
        <a:buFont typeface="Arial"/>
        <a:buChar char="•"/>
        <a:defRPr sz="2400" kern="1200">
          <a:solidFill>
            <a:schemeClr val="tx1"/>
          </a:solidFill>
          <a:latin typeface="Helvetica Neue"/>
          <a:ea typeface="+mn-ea"/>
          <a:cs typeface="Helvetica Neue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–"/>
        <a:defRPr sz="2000" kern="1200">
          <a:solidFill>
            <a:schemeClr val="tx1"/>
          </a:solidFill>
          <a:latin typeface="Helvetica Neue"/>
          <a:ea typeface="+mn-ea"/>
          <a:cs typeface="Helvetica Neue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4"/>
        </a:buClr>
        <a:buFont typeface="Arial"/>
        <a:buChar char="»"/>
        <a:defRPr sz="2000" kern="1200">
          <a:solidFill>
            <a:schemeClr val="tx1"/>
          </a:solidFill>
          <a:latin typeface="Helvetica Neue"/>
          <a:ea typeface="+mn-ea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gif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A59107-4D9A-1716-56B6-E91A2F482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28360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BC860-9741-CFEF-CA31-5AC8CB3A6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3418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17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E47128-EFC8-C72C-A6AD-E6834BB89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61F04B-DBEC-35E1-4190-795F39993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25379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FE0F9B-97EF-ABC1-D8BF-0E0F17133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E76281-0827-6797-DD1C-7FC838426A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2339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A1EBCD-6B14-88FB-A7DB-A6B1BF282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F1C915-2594-9A10-BC05-A229A0D3CA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49930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65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A93574-3BC8-5E36-E168-01693AC4C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9871A9-FA75-E90B-91B8-BB4370BD68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62092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1B6F17-C4EE-87FB-F196-59E425A27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A4DAF4-290E-C7E5-2AF3-89D35FA2B2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83994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E8A08-6F18-D755-D4B9-50A0D7A7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09CF53-9B89-2B41-9A4B-56C89D767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71971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76E8CA-7902-6C2E-EC34-2BE9835F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295400"/>
            <a:ext cx="5029200" cy="3560395"/>
          </a:xfrm>
        </p:spPr>
        <p:txBody>
          <a:bodyPr/>
          <a:lstStyle/>
          <a:p>
            <a:endParaRPr lang="fr-CA"/>
          </a:p>
        </p:txBody>
      </p:sp>
      <p:grpSp>
        <p:nvGrpSpPr>
          <p:cNvPr id="3" name="Grouper 12">
            <a:extLst>
              <a:ext uri="{FF2B5EF4-FFF2-40B4-BE49-F238E27FC236}">
                <a16:creationId xmlns:a16="http://schemas.microsoft.com/office/drawing/2014/main" id="{D67F880A-25DF-7FD1-19FE-FFA45A911F5A}"/>
              </a:ext>
            </a:extLst>
          </p:cNvPr>
          <p:cNvGrpSpPr/>
          <p:nvPr/>
        </p:nvGrpSpPr>
        <p:grpSpPr>
          <a:xfrm>
            <a:off x="533401" y="5085184"/>
            <a:ext cx="4648199" cy="772300"/>
            <a:chOff x="533400" y="4648200"/>
            <a:chExt cx="4983937" cy="1104110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9E8141B1-9DC8-DAF4-6639-294EB2A2BE92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6206" y="5223191"/>
              <a:ext cx="387794" cy="521696"/>
            </a:xfrm>
            <a:prstGeom prst="rect">
              <a:avLst/>
            </a:prstGeom>
            <a:extLst>
              <a:ext uri="{FAA26D3D-D897-4be2-8F04-BA451C77F1D7}">
                <ma14:placeholderFlag xmlns="" xmlns:ma14="http://schemas.microsoft.com/office/mac/drawingml/2011/main"/>
              </a:ext>
            </a:extLst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0537E474-1DF7-6CCC-665F-7FB45B156124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" y="4648200"/>
              <a:ext cx="1391190" cy="420255"/>
            </a:xfrm>
            <a:prstGeom prst="rect">
              <a:avLst/>
            </a:prstGeom>
            <a:extLst>
              <a:ext uri="{FAA26D3D-D897-4be2-8F04-BA451C77F1D7}">
                <ma14:placeholderFlag xmlns="" xmlns:ma14="http://schemas.microsoft.com/office/mac/drawingml/2011/main"/>
              </a:ext>
            </a:extLst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E9B928BF-AE36-A8E5-1823-827DB7FC196D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7989" y="4677183"/>
              <a:ext cx="879348" cy="362289"/>
            </a:xfrm>
            <a:prstGeom prst="rect">
              <a:avLst/>
            </a:prstGeom>
            <a:extLst>
              <a:ext uri="{FAA26D3D-D897-4be2-8F04-BA451C77F1D7}">
                <ma14:placeholderFlag xmlns="" xmlns:ma14="http://schemas.microsoft.com/office/mac/drawingml/2011/main"/>
              </a:ext>
            </a:extLst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917A7C89-C9EA-4B56-97C1-3691C165F788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0954" y="5299015"/>
              <a:ext cx="1226565" cy="420255"/>
            </a:xfrm>
            <a:prstGeom prst="rect">
              <a:avLst/>
            </a:prstGeom>
            <a:extLst>
              <a:ext uri="{FAA26D3D-D897-4be2-8F04-BA451C77F1D7}">
                <ma14:placeholderFlag xmlns="" xmlns:ma14="http://schemas.microsoft.com/office/mac/drawingml/2011/main"/>
              </a:ext>
            </a:extLst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D4514A29-279C-E388-5399-FAB5AA1FEDCF}"/>
                </a:ext>
              </a:extLst>
            </p:cNvPr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800" y="5265394"/>
              <a:ext cx="486916" cy="486916"/>
            </a:xfrm>
            <a:prstGeom prst="rect">
              <a:avLst/>
            </a:prstGeom>
            <a:extLst>
              <a:ext uri="{FAA26D3D-D897-4be2-8F04-BA451C77F1D7}">
                <ma14:placeholderFlag xmlns="" xmlns:ma14="http://schemas.microsoft.com/office/mac/drawingml/2011/main"/>
              </a:ext>
            </a:extLst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CBBCD54D-5EF5-45AF-D76E-0C81E437DB4B}"/>
                </a:ext>
              </a:extLst>
            </p:cNvPr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5875" y="4745583"/>
              <a:ext cx="2235758" cy="225489"/>
            </a:xfrm>
            <a:prstGeom prst="rect">
              <a:avLst/>
            </a:prstGeom>
            <a:extLst>
              <a:ext uri="{FAA26D3D-D897-4be2-8F04-BA451C77F1D7}">
                <ma14:placeholderFlag xmlns="" xmlns:ma14="http://schemas.microsoft.com/office/mac/drawingml/2011/main"/>
              </a:ext>
            </a:extLst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8282AF91-934D-065F-8F76-EDEF8EDB99D5}"/>
                </a:ext>
              </a:extLst>
            </p:cNvPr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5600" y="5299015"/>
              <a:ext cx="510682" cy="420255"/>
            </a:xfrm>
            <a:prstGeom prst="rect">
              <a:avLst/>
            </a:prstGeom>
            <a:extLst>
              <a:ext uri="{FAA26D3D-D897-4be2-8F04-BA451C77F1D7}">
                <ma14:placeholderFlag xmlns="" xmlns:ma14="http://schemas.microsoft.com/office/mac/drawingml/2011/main"/>
              </a:ext>
            </a:extLst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4502F259-8D1A-BD59-B1FC-44E742AB0FBF}"/>
                </a:ext>
              </a:extLst>
            </p:cNvPr>
            <p:cNvPicPr/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4678" y="5298435"/>
              <a:ext cx="905433" cy="421414"/>
            </a:xfrm>
            <a:prstGeom prst="rect">
              <a:avLst/>
            </a:prstGeom>
            <a:extLst>
              <a:ext uri="{FAA26D3D-D897-4be2-8F04-BA451C77F1D7}">
                <ma14:placeholderFlag xmlns="" xmlns:ma14="http://schemas.microsoft.com/office/mac/drawingml/2011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29279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7A4B23-C71A-16BF-6125-C6F8B86A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370007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IQ">
      <a:dk1>
        <a:srgbClr val="000000"/>
      </a:dk1>
      <a:lt1>
        <a:sysClr val="window" lastClr="FFFFFF"/>
      </a:lt1>
      <a:dk2>
        <a:srgbClr val="4D4D4F"/>
      </a:dk2>
      <a:lt2>
        <a:srgbClr val="A6A8AB"/>
      </a:lt2>
      <a:accent1>
        <a:srgbClr val="32A45B"/>
      </a:accent1>
      <a:accent2>
        <a:srgbClr val="00A9BB"/>
      </a:accent2>
      <a:accent3>
        <a:srgbClr val="4D4D4D"/>
      </a:accent3>
      <a:accent4>
        <a:srgbClr val="A6A8AB"/>
      </a:accent4>
      <a:accent5>
        <a:srgbClr val="6D6E70"/>
      </a:accent5>
      <a:accent6>
        <a:srgbClr val="4D4D4F"/>
      </a:accent6>
      <a:hlink>
        <a:srgbClr val="2D9B1C"/>
      </a:hlink>
      <a:folHlink>
        <a:srgbClr val="517948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 dirty="0">
            <a:latin typeface="Helvetica Neue"/>
            <a:cs typeface="Helvetica Neue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Thème Office">
  <a:themeElements>
    <a:clrScheme name="IQ">
      <a:dk1>
        <a:srgbClr val="000000"/>
      </a:dk1>
      <a:lt1>
        <a:sysClr val="window" lastClr="FFFFFF"/>
      </a:lt1>
      <a:dk2>
        <a:srgbClr val="4D4D4F"/>
      </a:dk2>
      <a:lt2>
        <a:srgbClr val="A6A8AB"/>
      </a:lt2>
      <a:accent1>
        <a:srgbClr val="32A45B"/>
      </a:accent1>
      <a:accent2>
        <a:srgbClr val="00A9BB"/>
      </a:accent2>
      <a:accent3>
        <a:srgbClr val="4D4D4D"/>
      </a:accent3>
      <a:accent4>
        <a:srgbClr val="A6A8AB"/>
      </a:accent4>
      <a:accent5>
        <a:srgbClr val="6D6E70"/>
      </a:accent5>
      <a:accent6>
        <a:srgbClr val="4D4D4F"/>
      </a:accent6>
      <a:hlink>
        <a:srgbClr val="2D9B1C"/>
      </a:hlink>
      <a:folHlink>
        <a:srgbClr val="517948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BEA8FE4-2356-4D90-8F54-956992D073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IQ_Master_sanspartners</Template>
  <TotalTime>57</TotalTime>
  <Words>0</Words>
  <Application>Microsoft Office PowerPoint</Application>
  <PresentationFormat>Affichage à l'écran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Helvetica Neue</vt:lpstr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amet, consectetur adipiscing elit. Vivamus in nunc turpis. Sed pharetra, dui et laoreet suscipit</dc:title>
  <dc:creator>Utilisateur de Microsoft Office</dc:creator>
  <cp:keywords/>
  <cp:lastModifiedBy>Julie Riendeau</cp:lastModifiedBy>
  <cp:revision>10</cp:revision>
  <cp:lastPrinted>2016-05-16T19:24:34Z</cp:lastPrinted>
  <dcterms:created xsi:type="dcterms:W3CDTF">2017-05-10T13:03:55Z</dcterms:created>
  <dcterms:modified xsi:type="dcterms:W3CDTF">2022-10-17T15:30:39Z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TC019192269991</vt:lpwstr>
  </property>
</Properties>
</file>